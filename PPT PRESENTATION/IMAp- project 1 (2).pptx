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40308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89857" y="544286"/>
            <a:ext cx="53775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030800" y="-75"/>
            <a:ext cx="8161200" cy="6858000"/>
          </a:xfrm>
          <a:prstGeom prst="rect">
            <a:avLst/>
          </a:prstGeom>
          <a:solidFill>
            <a:srgbClr val="0CA1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101" y="2151722"/>
            <a:ext cx="2590605" cy="25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4538950" y="4168575"/>
            <a:ext cx="6998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 </a:t>
            </a:r>
            <a:r>
              <a:rPr lang="en-US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</a:t>
            </a:r>
            <a:endParaRPr sz="5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Assistance Platform</a:t>
            </a:r>
            <a:endParaRPr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539779" y="5778431"/>
            <a:ext cx="699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Empowering and Centralizing Medical Tourism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539775" y="3627232"/>
            <a:ext cx="3483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Project-1</a:t>
            </a:r>
            <a:endParaRPr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9427152" y="402693"/>
            <a:ext cx="2448987" cy="771497"/>
          </a:xfrm>
          <a:custGeom>
            <a:rect b="b" l="l" r="r" t="t"/>
            <a:pathLst>
              <a:path extrusionOk="0" h="949535" w="3090204">
                <a:moveTo>
                  <a:pt x="0" y="0"/>
                </a:moveTo>
                <a:lnTo>
                  <a:pt x="3090204" y="0"/>
                </a:lnTo>
                <a:lnTo>
                  <a:pt x="3090204" y="949535"/>
                </a:lnTo>
                <a:lnTo>
                  <a:pt x="0" y="9495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9" l="0" r="0" t="-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489857" y="544286"/>
            <a:ext cx="53775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0" y="-7274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80500" y="385841"/>
            <a:ext cx="664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Statement: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359200" y="1085154"/>
            <a:ext cx="103830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Travel healthcare is a rapidly growing sector in India. Each year, approximately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million international patients from over 78 countries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visit India for medical, wellness, and IVF treatments.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India receives a significant number of patients from African countries such as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Mozambique, Tanzania, Zimbabwe, and South Africa.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Despite these advantages, cross-border healthcare access remains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complex and inefficient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due to dependence on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unreliable intermediaries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resulting in delays, misinformation, and lack of transparency.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aim of this project is to develop a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centralized digital platform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that brings together all nominated hospitals in India into a single system. This platform will make the medical travel process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more efficient, secure, reliable, and transparent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international patients.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0" y="-7275"/>
            <a:ext cx="702600" cy="6858000"/>
          </a:xfrm>
          <a:prstGeom prst="rect">
            <a:avLst/>
          </a:prstGeom>
          <a:solidFill>
            <a:srgbClr val="0CA1A8"/>
          </a:solidFill>
          <a:ln cap="flat" cmpd="sng" w="12700">
            <a:solidFill>
              <a:srgbClr val="29444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53600" y="1000200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53600" y="1075238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 flipH="1" rot="5400000">
            <a:off x="-1501810" y="4679396"/>
            <a:ext cx="37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Assistance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53600" y="1150754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-100" y="-7275"/>
            <a:ext cx="12192000" cy="6874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0" y="-7275"/>
            <a:ext cx="689100" cy="6858000"/>
          </a:xfrm>
          <a:prstGeom prst="rect">
            <a:avLst/>
          </a:prstGeom>
          <a:solidFill>
            <a:srgbClr val="0CA1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89857" y="626601"/>
            <a:ext cx="5377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01544" y="752721"/>
            <a:ext cx="284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Background: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094773" y="1795066"/>
            <a:ext cx="34134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India is a </a:t>
            </a: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medical tourism hub</a:t>
            </a:r>
            <a:r>
              <a:rPr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with advanced healthcare services and affordable treatment costs.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Patients from </a:t>
            </a: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African countries</a:t>
            </a:r>
            <a:r>
              <a:rPr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travel to India for </a:t>
            </a: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specialized and advanced medical care</a:t>
            </a:r>
            <a:r>
              <a:rPr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Current systems rely on </a:t>
            </a: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intermediaries</a:t>
            </a:r>
            <a:r>
              <a:rPr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causing delays, misinformation, and lack of transparency.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029964" y="1860285"/>
            <a:ext cx="36240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project is motivated by the need to create a secure, centralized, and transparent digital platform that enables direct communication between patients and verified healthcare providers, improving safety, efficiency, and overall patient experience.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91" y="4114466"/>
            <a:ext cx="1730324" cy="173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7607" y="2064558"/>
            <a:ext cx="1399525" cy="13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153600" y="1000200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53600" y="1075238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 flipH="1" rot="5400000">
            <a:off x="-1501810" y="4679396"/>
            <a:ext cx="37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Assistance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53600" y="1150754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442893" y="742246"/>
            <a:ext cx="229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/>
        </p:nvSpPr>
        <p:spPr>
          <a:xfrm>
            <a:off x="489857" y="544286"/>
            <a:ext cx="53775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0" y="-74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50195" y="754920"/>
            <a:ext cx="10806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Aim: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develop a centralized digital platform that connects international patients directly with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nominated Indian hospitals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empowering medical tourism by eliminating unreliable intermediaries and reducing stress caused by lack of transparency and inefficiency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961970" y="3268170"/>
            <a:ext cx="10806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Objectives: 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centralize verified Indian hospitals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medical services into a single platform.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eliminate intermediaries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ensuring transparent and trustworthy communication.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enhance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security, efficiency, and reliability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the medical travel process.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support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effective visa application management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reduce the risk of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e-visa rejection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through accurate documentation and guidance.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0" y="-7275"/>
            <a:ext cx="689100" cy="6858000"/>
          </a:xfrm>
          <a:prstGeom prst="rect">
            <a:avLst/>
          </a:prstGeom>
          <a:solidFill>
            <a:srgbClr val="0CA1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53600" y="1000200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53600" y="1075238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 flipH="1" rot="5400000">
            <a:off x="-1501810" y="4679396"/>
            <a:ext cx="37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Assistance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53600" y="1150754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489857" y="544286"/>
            <a:ext cx="53775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0" y="-7349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1085170" y="1868125"/>
            <a:ext cx="51048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 medical assistance platform</a:t>
            </a: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designed for international patients seeking treatment in India.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</a:t>
            </a: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connection between patients and verified Indian hospitals and doctors</a:t>
            </a: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based on medical needs and specialization.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intermediaries</a:t>
            </a: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transparent communication, accurate information, and reduced processing time.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</a:t>
            </a: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system</a:t>
            </a:r>
            <a:r>
              <a:rPr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hospital discovery, appointment requests, and medical travel support.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996854" y="761145"/>
            <a:ext cx="465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Overview: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575" y="1334025"/>
            <a:ext cx="5743676" cy="41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0" y="-7275"/>
            <a:ext cx="689100" cy="6858000"/>
          </a:xfrm>
          <a:prstGeom prst="rect">
            <a:avLst/>
          </a:prstGeom>
          <a:solidFill>
            <a:srgbClr val="0CA1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153600" y="1000200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53600" y="1075238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 flipH="1" rot="5400000">
            <a:off x="-1501810" y="4679396"/>
            <a:ext cx="37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Assistance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153600" y="1150754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489857" y="544286"/>
            <a:ext cx="53775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73225" y="412400"/>
            <a:ext cx="107952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Features: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Patient Module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Registration, profile management, medical report upload, appointment requests.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 &amp; Doctor Module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Hospital profiles, doctor specializations, availability management, response to patient requests.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Search &amp; Filtering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Disease-based and specialization-based hospital and doctor search.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Appointment &amp; Assistance Services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Appointment scheduling, medical travel guidance, hotel and local assistance support.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26" y="2404401"/>
            <a:ext cx="10567901" cy="47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0" y="-7275"/>
            <a:ext cx="689100" cy="6858000"/>
          </a:xfrm>
          <a:prstGeom prst="rect">
            <a:avLst/>
          </a:prstGeom>
          <a:solidFill>
            <a:srgbClr val="0CA1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153600" y="1000200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53600" y="1075238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 flipH="1" rot="5400000">
            <a:off x="-1501810" y="4679396"/>
            <a:ext cx="37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Assistance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53600" y="1150754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489857" y="544286"/>
            <a:ext cx="53775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0" y="-75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833900" y="797850"/>
            <a:ext cx="107814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Features: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Patient Module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Registration, profile management, medical report upload, appointment requests.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 &amp; Doctor Module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Hospital profiles, doctor specializations, availability management, response to patient requests.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Search &amp; Filtering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Disease-based and specialization-based hospital and doctor search.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Appointment &amp; Assistance Services -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Appointment scheduling, medical travel guidance, hotel and local assistance support.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0" y="-7275"/>
            <a:ext cx="689100" cy="6858000"/>
          </a:xfrm>
          <a:prstGeom prst="rect">
            <a:avLst/>
          </a:prstGeom>
          <a:solidFill>
            <a:srgbClr val="0CA1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153600" y="1000200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153600" y="1075238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 flipH="1" rot="5400000">
            <a:off x="-1501810" y="4679396"/>
            <a:ext cx="37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Assistance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53600" y="1150754"/>
            <a:ext cx="395400" cy="31200"/>
          </a:xfrm>
          <a:prstGeom prst="flowChartAlternateProcess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